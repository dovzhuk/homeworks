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156C87E-DCFB-4183-AC02-7F09ADC2351F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E4A5516-B50D-4FC4-9252-39C73D4D59B7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15C20B-C8F3-4F37-9F33-77158D2A67C2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C015ED8-A65F-4968-8764-DDC7F98CD70E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DB600DF-5E5F-4BC5-A34D-3341D0BD0EE3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99D359-06A9-4BDF-8F40-BE74FC15531C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BF033883-EF44-483B-9381-8F6D0446EC72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F612FFF-840F-47B3-9056-4D66AFF4A4A2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12F021A-CE40-4EEE-B938-36B3ECD54357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FA878DE-F7C9-48BE-99E3-7A4FC79F5E66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BE4E8B5-B12D-4974-A1FA-EBB2C6408F3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98D5FEA-014A-436E-90D8-0E350994287E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en-US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0E5D17-5C32-4ECC-80A3-46BD302BA38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7D52AC-A5C0-4F29-ACC7-DC3E70E9D0C0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216D0E-CF94-4DCE-BCB0-62B75F50017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937CA7-89AF-4192-8CC0-BB389AC7545D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E4AC4F-8201-492C-B0C1-C914EC4D6B56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5D4C9E-6FA5-4706-9725-0091934C8BB3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1218"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88A37C-A005-4009-A01E-2D644373361D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EEC65B-683B-4D6D-B9DA-B7A55CBC893E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C38A08-A517-44FD-A40A-98FF140DEF9E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AF5365-F82A-468D-B565-B2C6E0A06110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54;p13"/>
          <p:cNvSpPr/>
          <p:nvPr/>
        </p:nvSpPr>
        <p:spPr>
          <a:xfrm>
            <a:off x="233280" y="197640"/>
            <a:ext cx="8677080" cy="48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000000"/>
                </a:solidFill>
                <a:latin typeface="Montserrat"/>
                <a:ea typeface="Montserrat"/>
              </a:rPr>
              <a:t>Домашнее задание по модулю Time Series Analysis и Forecasting: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</a:rPr>
              <a:t>Задание 1: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Montserrat"/>
                <a:ea typeface="Montserrat"/>
              </a:rPr>
              <a:t>Выберите 2 любые компании, которые имеют листинг на фондовом рынке США. Выгрузите </a:t>
            </a:r>
            <a:r>
              <a:rPr b="1" lang="en" sz="8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</a:rPr>
              <a:t>дневные данные</a:t>
            </a:r>
            <a:r>
              <a:rPr b="0" lang="en" sz="800" spc="-1" strike="noStrike">
                <a:solidFill>
                  <a:srgbClr val="000000"/>
                </a:solidFill>
                <a:latin typeface="Montserrat"/>
                <a:ea typeface="Montserrat"/>
              </a:rPr>
              <a:t> начиная </a:t>
            </a:r>
            <a:r>
              <a:rPr b="1" lang="en" sz="8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</a:rPr>
              <a:t>с 2017 по настоящее время</a:t>
            </a:r>
            <a:r>
              <a:rPr b="0" lang="en" sz="800" spc="-1" strike="noStrike">
                <a:solidFill>
                  <a:srgbClr val="000000"/>
                </a:solidFill>
                <a:latin typeface="Montserrat"/>
                <a:ea typeface="Montserrat"/>
              </a:rPr>
              <a:t> по этим 2-м компаниям и сформируйте датасет для временного ряда (итого у вас 2 датасета).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pc="-1" strike="noStrike">
                <a:solidFill>
                  <a:srgbClr val="000000"/>
                </a:solidFill>
                <a:latin typeface="Montserrat"/>
                <a:ea typeface="Montserrat"/>
              </a:rPr>
              <a:t>Цель задания</a:t>
            </a:r>
            <a:r>
              <a:rPr b="0" lang="en" sz="800" spc="-1" strike="noStrike">
                <a:solidFill>
                  <a:srgbClr val="000000"/>
                </a:solidFill>
                <a:latin typeface="Montserrat"/>
                <a:ea typeface="Montserrat"/>
              </a:rPr>
              <a:t> - проведите исследование и статистический анализ временного ряда по сформированным датасетам, посчитайте все основные статистики для временного ряда, превратите ваши временные ряды в стационарные и сформируйте отчет с выводами и визуализациями в jupyter notebook’e.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" sz="800" spc="-1" strike="noStrike">
                <a:solidFill>
                  <a:srgbClr val="000000"/>
                </a:solidFill>
                <a:latin typeface="Montserrat"/>
                <a:ea typeface="Montserrat"/>
              </a:rPr>
              <a:t>Без отчета с подкрепленными выводами задание считается проваленным (то есть ноутбук с кодом и картинками мне не присылать).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Montserrat"/>
                <a:ea typeface="Montserrat"/>
              </a:rPr>
              <a:t>Итоговая оценка за правильно выполненное задание: </a:t>
            </a:r>
            <a:r>
              <a:rPr b="1" lang="en" sz="800" spc="-1" strike="noStrike">
                <a:solidFill>
                  <a:srgbClr val="000000"/>
                </a:solidFill>
                <a:latin typeface="Montserrat"/>
                <a:ea typeface="Montserrat"/>
              </a:rPr>
              <a:t>3 балла.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</a:rPr>
              <a:t>Задание 2: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Montserrat"/>
                <a:ea typeface="Montserrat"/>
              </a:rPr>
              <a:t>Выберите </a:t>
            </a:r>
            <a:r>
              <a:rPr b="1" lang="en" sz="800" spc="-1" strike="noStrike">
                <a:solidFill>
                  <a:srgbClr val="000000"/>
                </a:solidFill>
                <a:latin typeface="Montserrat"/>
                <a:ea typeface="Montserrat"/>
              </a:rPr>
              <a:t>1 </a:t>
            </a:r>
            <a:r>
              <a:rPr b="0" lang="en" sz="800" spc="-1" strike="noStrike">
                <a:solidFill>
                  <a:srgbClr val="000000"/>
                </a:solidFill>
                <a:latin typeface="Montserrat"/>
                <a:ea typeface="Montserrat"/>
              </a:rPr>
              <a:t>из 2-ух временных рядов </a:t>
            </a:r>
            <a:r>
              <a:rPr b="1" lang="en" sz="800" spc="-1" strike="noStrike">
                <a:solidFill>
                  <a:srgbClr val="000000"/>
                </a:solidFill>
                <a:latin typeface="Montserrat"/>
                <a:ea typeface="Montserrat"/>
              </a:rPr>
              <a:t>из задания 1</a:t>
            </a:r>
            <a:r>
              <a:rPr b="0" lang="en" sz="800" spc="-1" strike="noStrike">
                <a:solidFill>
                  <a:srgbClr val="000000"/>
                </a:solidFill>
                <a:latin typeface="Montserrat"/>
                <a:ea typeface="Montserrat"/>
              </a:rPr>
              <a:t> и </a:t>
            </a:r>
            <a:r>
              <a:rPr b="1" lang="en" sz="800" spc="-1" strike="noStrike">
                <a:solidFill>
                  <a:srgbClr val="000000"/>
                </a:solidFill>
                <a:latin typeface="Montserrat"/>
                <a:ea typeface="Montserrat"/>
              </a:rPr>
              <a:t>сделайте прогноз на ближайший месяц-квартал-полугодие  и год</a:t>
            </a:r>
            <a:r>
              <a:rPr b="0" lang="en" sz="800" spc="-1" strike="noStrike">
                <a:solidFill>
                  <a:srgbClr val="000000"/>
                </a:solidFill>
                <a:latin typeface="Montserrat"/>
                <a:ea typeface="Montserrat"/>
              </a:rPr>
              <a:t>. Модель выбирать исходя из ваших предположений и умозаключений. Необходимо обосновать почему была выбрана та или иная модель и на каких основаниях, в чем она лучше и почему она подходит. Оценить качество прогноза согласно выбранной метрике, проверить качество на отложенной выборке путем применения TimeSeriesSplit. Сформировать отчет с выводами и визуализациями </a:t>
            </a:r>
            <a:r>
              <a:rPr b="0" lang="en" sz="800" spc="-1" strike="noStrike">
                <a:solidFill>
                  <a:schemeClr val="dk1"/>
                </a:solidFill>
                <a:latin typeface="Montserrat"/>
                <a:ea typeface="Montserrat"/>
              </a:rPr>
              <a:t>в jupyter notebook’e.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" sz="800" spc="-1" strike="noStrike">
                <a:solidFill>
                  <a:schemeClr val="dk1"/>
                </a:solidFill>
                <a:latin typeface="Montserrat"/>
                <a:ea typeface="Montserrat"/>
              </a:rPr>
              <a:t>Без отчета с подкрепленными выводами задание считается проваленным (то есть ноутбук с кодом и картинками мне не присылать).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chemeClr val="dk1"/>
                </a:solidFill>
                <a:latin typeface="Montserrat"/>
                <a:ea typeface="Montserrat"/>
              </a:rPr>
              <a:t>Итоговая оценка за правильно выполненное задание:</a:t>
            </a:r>
            <a:r>
              <a:rPr b="1" lang="en" sz="800" spc="-1" strike="noStrike">
                <a:solidFill>
                  <a:schemeClr val="dk1"/>
                </a:solidFill>
                <a:latin typeface="Montserrat"/>
                <a:ea typeface="Montserrat"/>
              </a:rPr>
              <a:t> 3 балла.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pc="-1" strike="noStrike" u="sng">
                <a:solidFill>
                  <a:schemeClr val="dk1"/>
                </a:solidFill>
                <a:uFillTx/>
                <a:latin typeface="Montserrat"/>
                <a:ea typeface="Montserrat"/>
              </a:rPr>
              <a:t>Задание 3: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chemeClr val="dk1"/>
                </a:solidFill>
                <a:latin typeface="Montserrat"/>
                <a:ea typeface="Montserrat"/>
              </a:rPr>
              <a:t>У вас есть архив с данными по производству электроэнергии ветряными мельницами в Германии. Вам необходимо исследовать временной ряд, описать основные статистики для временного ряда, сделать вывод по временному ряду и сформировать исследовательский отчет подкрепленный соответствующими выводами.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chemeClr val="dk1"/>
                </a:solidFill>
                <a:latin typeface="Montserrat"/>
                <a:ea typeface="Montserrat"/>
              </a:rPr>
              <a:t>Необходимо выбрать модель для прогноза временного ряда, объяснить почему именно была выбрана данная модель, объяснить на каком основании. Сделайте прогноз по производству электроэнергии </a:t>
            </a:r>
            <a:r>
              <a:rPr b="1" lang="en" sz="800" spc="-1" strike="noStrike">
                <a:solidFill>
                  <a:schemeClr val="dk1"/>
                </a:solidFill>
                <a:latin typeface="Montserrat"/>
                <a:ea typeface="Montserrat"/>
              </a:rPr>
              <a:t>на 1 год вперед</a:t>
            </a:r>
            <a:r>
              <a:rPr b="0" lang="en" sz="800" spc="-1" strike="noStrike">
                <a:solidFill>
                  <a:schemeClr val="dk1"/>
                </a:solidFill>
                <a:latin typeface="Montserrat"/>
                <a:ea typeface="Montserrat"/>
              </a:rPr>
              <a:t>, измерить метрику качества. Оформить исследование в jupyter notebook’e.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" sz="800" spc="-1" strike="noStrike">
                <a:solidFill>
                  <a:schemeClr val="dk1"/>
                </a:solidFill>
                <a:latin typeface="Montserrat"/>
                <a:ea typeface="Montserrat"/>
              </a:rPr>
              <a:t>Без отчета с подкрепленными выводами задание считается проваленным (то есть ноутбук с кодом и картинками мне не присылать).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chemeClr val="dk1"/>
                </a:solidFill>
                <a:latin typeface="Montserrat"/>
                <a:ea typeface="Montserrat"/>
              </a:rPr>
              <a:t>Итоговая оценка за правильное и качественно выполненное задание</a:t>
            </a:r>
            <a:r>
              <a:rPr b="1" lang="en" sz="800" spc="-1" strike="noStrike">
                <a:solidFill>
                  <a:schemeClr val="dk1"/>
                </a:solidFill>
                <a:latin typeface="Montserrat"/>
                <a:ea typeface="Montserrat"/>
              </a:rPr>
              <a:t> 4 балла.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2025-04-21T23:21:48Z</dcterms:modified>
  <cp:revision>2</cp:revision>
  <dc:subject/>
  <dc:title/>
</cp:coreProperties>
</file>